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33" r:id="rId5"/>
    <p:sldId id="295" r:id="rId6"/>
    <p:sldId id="334" r:id="rId7"/>
    <p:sldId id="337" r:id="rId8"/>
    <p:sldId id="338" r:id="rId9"/>
    <p:sldId id="339" r:id="rId10"/>
    <p:sldId id="340" r:id="rId11"/>
    <p:sldId id="335" r:id="rId12"/>
    <p:sldId id="30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115" d="100"/>
          <a:sy n="115" d="100"/>
        </p:scale>
        <p:origin x="432" y="10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0D4F4-D202-4046-AC90-B9F2B28A3ACB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CE2B9B3-5839-4633-9DDC-3F88FD05EB1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문단과 질의간</a:t>
          </a:r>
          <a:endParaRPr lang="en-US" altLang="ko-KR" sz="1400" dirty="0"/>
        </a:p>
        <a:p>
          <a:pPr latinLnBrk="1"/>
          <a:r>
            <a:rPr lang="ko-KR" altLang="en-US" sz="1400" dirty="0"/>
            <a:t> 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모델 학습</a:t>
          </a:r>
          <a:r>
            <a:rPr lang="en-US" altLang="ko-KR" sz="1400" dirty="0"/>
            <a:t>)</a:t>
          </a:r>
        </a:p>
      </dgm:t>
    </dgm:pt>
    <dgm:pt modelId="{3352EDB2-1A05-40DB-B30C-CC98DE54BD66}" type="par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F46956F1-8138-4CFE-8639-198587CC3422}" type="sib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36707158-2A7F-4470-8614-D2441D89B8C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신규 질문 입력</a:t>
          </a:r>
        </a:p>
      </dgm:t>
    </dgm:pt>
    <dgm:pt modelId="{4EFA4F70-896C-4CA5-A09B-466B6E504898}" type="par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1A5F8D8-3FE3-4D01-8378-915C11054DA2}" type="sib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5092794-8EB8-4866-8BC4-19AB699FD82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해당 문단 제시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EFEF8832-0B33-43B0-A1C7-D1A8062E965F}" type="par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99B373BD-ED5E-4E00-B551-F4E545897374}" type="sib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C4CC960A-5D7A-4DB8-8237-ABDAA6AF78B8}" type="pres">
      <dgm:prSet presAssocID="{40C0D4F4-D202-4046-AC90-B9F2B28A3ACB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DA340C9-AC86-4436-A9B3-206541B62C7F}" type="pres">
      <dgm:prSet presAssocID="{FCE2B9B3-5839-4633-9DDC-3F88FD05EB1C}" presName="Accent1" presStyleCnt="0"/>
      <dgm:spPr/>
    </dgm:pt>
    <dgm:pt modelId="{A7B6F021-9AEB-45D4-9BAE-06BB7CBFD746}" type="pres">
      <dgm:prSet presAssocID="{FCE2B9B3-5839-4633-9DDC-3F88FD05EB1C}" presName="Accent" presStyleLbl="node1" presStyleIdx="0" presStyleCnt="3"/>
      <dgm:spPr/>
    </dgm:pt>
    <dgm:pt modelId="{547C904A-46B4-45FF-8979-DF14C85D56EE}" type="pres">
      <dgm:prSet presAssocID="{FCE2B9B3-5839-4633-9DDC-3F88FD05EB1C}" presName="Parent1" presStyleLbl="revTx" presStyleIdx="0" presStyleCnt="3" custScaleX="283993" custLinFactX="-28566" custLinFactNeighborX="-100000" custLinFactNeighborY="-46532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5920A26-5F2E-4456-A023-EBCE81E761C6}" type="pres">
      <dgm:prSet presAssocID="{36707158-2A7F-4470-8614-D2441D89B8CC}" presName="Accent2" presStyleCnt="0"/>
      <dgm:spPr/>
    </dgm:pt>
    <dgm:pt modelId="{F05EFFE1-642B-473D-B68D-61BCC1B6F565}" type="pres">
      <dgm:prSet presAssocID="{36707158-2A7F-4470-8614-D2441D89B8CC}" presName="Accent" presStyleLbl="node1" presStyleIdx="1" presStyleCnt="3"/>
      <dgm:spPr/>
    </dgm:pt>
    <dgm:pt modelId="{B9307846-3968-4351-B217-FDF007BAED2E}" type="pres">
      <dgm:prSet presAssocID="{36707158-2A7F-4470-8614-D2441D89B8C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10C2065-26FA-431E-BD65-750695532E6C}" type="pres">
      <dgm:prSet presAssocID="{95092794-8EB8-4866-8BC4-19AB699FD825}" presName="Accent3" presStyleCnt="0"/>
      <dgm:spPr/>
    </dgm:pt>
    <dgm:pt modelId="{34A81F7B-05B1-4FAA-A8B3-A2B91728F572}" type="pres">
      <dgm:prSet presAssocID="{95092794-8EB8-4866-8BC4-19AB699FD825}" presName="Accent" presStyleLbl="node1" presStyleIdx="2" presStyleCnt="3"/>
      <dgm:spPr/>
    </dgm:pt>
    <dgm:pt modelId="{DDA678BF-1C7B-4ACE-B0E0-9CFC49D0B901}" type="pres">
      <dgm:prSet presAssocID="{95092794-8EB8-4866-8BC4-19AB699FD825}" presName="Parent3" presStyleLbl="revTx" presStyleIdx="2" presStyleCnt="3" custScaleX="214495" custLinFactX="40368" custLinFactNeighborX="100000" custLinFactNeighborY="3188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6906AC7-7F8B-468C-9BD7-C3DABE97B889}" srcId="{40C0D4F4-D202-4046-AC90-B9F2B28A3ACB}" destId="{36707158-2A7F-4470-8614-D2441D89B8CC}" srcOrd="1" destOrd="0" parTransId="{4EFA4F70-896C-4CA5-A09B-466B6E504898}" sibTransId="{91A5F8D8-3FE3-4D01-8378-915C11054DA2}"/>
    <dgm:cxn modelId="{C43DB9C8-C4BC-40EA-B856-FDF33A96E9EE}" srcId="{40C0D4F4-D202-4046-AC90-B9F2B28A3ACB}" destId="{FCE2B9B3-5839-4633-9DDC-3F88FD05EB1C}" srcOrd="0" destOrd="0" parTransId="{3352EDB2-1A05-40DB-B30C-CC98DE54BD66}" sibTransId="{F46956F1-8138-4CFE-8639-198587CC3422}"/>
    <dgm:cxn modelId="{A41C0DDB-9FE0-4BA9-9FF7-35F56BED49CF}" type="presOf" srcId="{40C0D4F4-D202-4046-AC90-B9F2B28A3ACB}" destId="{C4CC960A-5D7A-4DB8-8237-ABDAA6AF78B8}" srcOrd="0" destOrd="0" presId="urn:microsoft.com/office/officeart/2009/layout/CircleArrowProcess"/>
    <dgm:cxn modelId="{2DB76FE0-623A-4CBB-B812-0D199BFBC86A}" type="presOf" srcId="{FCE2B9B3-5839-4633-9DDC-3F88FD05EB1C}" destId="{547C904A-46B4-45FF-8979-DF14C85D56EE}" srcOrd="0" destOrd="0" presId="urn:microsoft.com/office/officeart/2009/layout/CircleArrowProcess"/>
    <dgm:cxn modelId="{DE151355-14E1-452E-A737-D44F39230893}" type="presOf" srcId="{36707158-2A7F-4470-8614-D2441D89B8CC}" destId="{B9307846-3968-4351-B217-FDF007BAED2E}" srcOrd="0" destOrd="0" presId="urn:microsoft.com/office/officeart/2009/layout/CircleArrowProcess"/>
    <dgm:cxn modelId="{019A69F5-93E8-4054-A429-CC05F675103D}" type="presOf" srcId="{95092794-8EB8-4866-8BC4-19AB699FD825}" destId="{DDA678BF-1C7B-4ACE-B0E0-9CFC49D0B901}" srcOrd="0" destOrd="0" presId="urn:microsoft.com/office/officeart/2009/layout/CircleArrowProcess"/>
    <dgm:cxn modelId="{5B9A1BD0-C5F3-4E28-98BA-4E08BB81764E}" srcId="{40C0D4F4-D202-4046-AC90-B9F2B28A3ACB}" destId="{95092794-8EB8-4866-8BC4-19AB699FD825}" srcOrd="2" destOrd="0" parTransId="{EFEF8832-0B33-43B0-A1C7-D1A8062E965F}" sibTransId="{99B373BD-ED5E-4E00-B551-F4E545897374}"/>
    <dgm:cxn modelId="{3B011010-047B-4E98-925B-ADC462542974}" type="presParOf" srcId="{C4CC960A-5D7A-4DB8-8237-ABDAA6AF78B8}" destId="{FDA340C9-AC86-4436-A9B3-206541B62C7F}" srcOrd="0" destOrd="0" presId="urn:microsoft.com/office/officeart/2009/layout/CircleArrowProcess"/>
    <dgm:cxn modelId="{1A53849B-35C7-4C24-B8FB-C5FE567044E0}" type="presParOf" srcId="{FDA340C9-AC86-4436-A9B3-206541B62C7F}" destId="{A7B6F021-9AEB-45D4-9BAE-06BB7CBFD746}" srcOrd="0" destOrd="0" presId="urn:microsoft.com/office/officeart/2009/layout/CircleArrowProcess"/>
    <dgm:cxn modelId="{28183D85-2E51-4F49-B39C-48359D75C129}" type="presParOf" srcId="{C4CC960A-5D7A-4DB8-8237-ABDAA6AF78B8}" destId="{547C904A-46B4-45FF-8979-DF14C85D56EE}" srcOrd="1" destOrd="0" presId="urn:microsoft.com/office/officeart/2009/layout/CircleArrowProcess"/>
    <dgm:cxn modelId="{FA106E21-01CA-4E8C-8A7D-746C76396809}" type="presParOf" srcId="{C4CC960A-5D7A-4DB8-8237-ABDAA6AF78B8}" destId="{45920A26-5F2E-4456-A023-EBCE81E761C6}" srcOrd="2" destOrd="0" presId="urn:microsoft.com/office/officeart/2009/layout/CircleArrowProcess"/>
    <dgm:cxn modelId="{7B44915F-0693-4D80-A17E-5707674A99CA}" type="presParOf" srcId="{45920A26-5F2E-4456-A023-EBCE81E761C6}" destId="{F05EFFE1-642B-473D-B68D-61BCC1B6F565}" srcOrd="0" destOrd="0" presId="urn:microsoft.com/office/officeart/2009/layout/CircleArrowProcess"/>
    <dgm:cxn modelId="{CB880C79-394E-4719-9454-6FBABFE16A97}" type="presParOf" srcId="{C4CC960A-5D7A-4DB8-8237-ABDAA6AF78B8}" destId="{B9307846-3968-4351-B217-FDF007BAED2E}" srcOrd="3" destOrd="0" presId="urn:microsoft.com/office/officeart/2009/layout/CircleArrowProcess"/>
    <dgm:cxn modelId="{561555E9-CFF9-4E7D-BAC9-FBABA6DCCDD2}" type="presParOf" srcId="{C4CC960A-5D7A-4DB8-8237-ABDAA6AF78B8}" destId="{C10C2065-26FA-431E-BD65-750695532E6C}" srcOrd="4" destOrd="0" presId="urn:microsoft.com/office/officeart/2009/layout/CircleArrowProcess"/>
    <dgm:cxn modelId="{678BB4B0-24FB-44A5-9EAF-C40D2D6DFB7D}" type="presParOf" srcId="{C10C2065-26FA-431E-BD65-750695532E6C}" destId="{34A81F7B-05B1-4FAA-A8B3-A2B91728F572}" srcOrd="0" destOrd="0" presId="urn:microsoft.com/office/officeart/2009/layout/CircleArrowProcess"/>
    <dgm:cxn modelId="{B2082703-A20E-4012-A52D-5005BFC5F4AC}" type="presParOf" srcId="{C4CC960A-5D7A-4DB8-8237-ABDAA6AF78B8}" destId="{DDA678BF-1C7B-4ACE-B0E0-9CFC49D0B9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6F021-9AEB-45D4-9BAE-06BB7CBFD746}">
      <dsp:nvSpPr>
        <dsp:cNvPr id="0" name=""/>
        <dsp:cNvSpPr/>
      </dsp:nvSpPr>
      <dsp:spPr>
        <a:xfrm>
          <a:off x="2404255" y="0"/>
          <a:ext cx="1748155" cy="174842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C904A-46B4-45FF-8979-DF14C85D56EE}">
      <dsp:nvSpPr>
        <dsp:cNvPr id="0" name=""/>
        <dsp:cNvSpPr/>
      </dsp:nvSpPr>
      <dsp:spPr>
        <a:xfrm>
          <a:off x="648075" y="405277"/>
          <a:ext cx="2758754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문단과 질의간</a:t>
          </a:r>
          <a:endParaRPr lang="en-US" altLang="ko-KR" sz="1400" kern="1200" dirty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 유사도 측정</a:t>
          </a:r>
          <a:endParaRPr lang="en-US" altLang="ko-KR" sz="1400" kern="1200" dirty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dirty="0"/>
            <a:t>(</a:t>
          </a:r>
          <a:r>
            <a:rPr lang="ko-KR" altLang="en-US" sz="1400" kern="1200" dirty="0"/>
            <a:t>모델 학습</a:t>
          </a:r>
          <a:r>
            <a:rPr lang="en-US" altLang="ko-KR" sz="1400" kern="1200" dirty="0"/>
            <a:t>)</a:t>
          </a:r>
        </a:p>
      </dsp:txBody>
      <dsp:txXfrm>
        <a:off x="648075" y="405277"/>
        <a:ext cx="2758754" cy="485591"/>
      </dsp:txXfrm>
    </dsp:sp>
    <dsp:sp modelId="{F05EFFE1-642B-473D-B68D-61BCC1B6F565}">
      <dsp:nvSpPr>
        <dsp:cNvPr id="0" name=""/>
        <dsp:cNvSpPr/>
      </dsp:nvSpPr>
      <dsp:spPr>
        <a:xfrm>
          <a:off x="1918711" y="1004597"/>
          <a:ext cx="1748155" cy="174842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7846-3968-4351-B217-FDF007BAED2E}">
      <dsp:nvSpPr>
        <dsp:cNvPr id="0" name=""/>
        <dsp:cNvSpPr/>
      </dsp:nvSpPr>
      <dsp:spPr>
        <a:xfrm>
          <a:off x="2307081" y="1641642"/>
          <a:ext cx="971416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신규 질문 입력</a:t>
          </a:r>
        </a:p>
      </dsp:txBody>
      <dsp:txXfrm>
        <a:off x="2307081" y="1641642"/>
        <a:ext cx="971416" cy="485591"/>
      </dsp:txXfrm>
    </dsp:sp>
    <dsp:sp modelId="{34A81F7B-05B1-4FAA-A8B3-A2B91728F572}">
      <dsp:nvSpPr>
        <dsp:cNvPr id="0" name=""/>
        <dsp:cNvSpPr/>
      </dsp:nvSpPr>
      <dsp:spPr>
        <a:xfrm>
          <a:off x="2528678" y="2129413"/>
          <a:ext cx="1501936" cy="150253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78BF-1C7B-4ACE-B0E0-9CFC49D0B901}">
      <dsp:nvSpPr>
        <dsp:cNvPr id="0" name=""/>
        <dsp:cNvSpPr/>
      </dsp:nvSpPr>
      <dsp:spPr>
        <a:xfrm>
          <a:off x="3600400" y="2808310"/>
          <a:ext cx="2083639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유사도 측정</a:t>
          </a:r>
          <a:endParaRPr lang="en-US" altLang="ko-KR" sz="1400" kern="1200" dirty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dirty="0"/>
            <a:t>(</a:t>
          </a:r>
          <a:r>
            <a:rPr lang="ko-KR" altLang="en-US" sz="1400" kern="1200" dirty="0"/>
            <a:t>해당 문단 제시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3600400" y="2808310"/>
        <a:ext cx="2083639" cy="485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7.png"/><Relationship Id="rId18" Type="http://schemas.openxmlformats.org/officeDocument/2006/relationships/image" Target="../media/image47.svg"/><Relationship Id="rId3" Type="http://schemas.openxmlformats.org/officeDocument/2006/relationships/image" Target="../media/image32.svg"/><Relationship Id="rId7" Type="http://schemas.openxmlformats.org/officeDocument/2006/relationships/image" Target="../media/image4.png"/><Relationship Id="rId12" Type="http://schemas.openxmlformats.org/officeDocument/2006/relationships/image" Target="../media/image41.svg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image" Target="../media/image34.svg"/><Relationship Id="rId15" Type="http://schemas.openxmlformats.org/officeDocument/2006/relationships/image" Target="../media/image8.png"/><Relationship Id="rId10" Type="http://schemas.openxmlformats.org/officeDocument/2006/relationships/image" Target="../media/image39.sv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4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57.svg"/><Relationship Id="rId18" Type="http://schemas.openxmlformats.org/officeDocument/2006/relationships/image" Target="../media/image17.png"/><Relationship Id="rId3" Type="http://schemas.openxmlformats.org/officeDocument/2006/relationships/image" Target="../media/image32.svg"/><Relationship Id="rId21" Type="http://schemas.openxmlformats.org/officeDocument/2006/relationships/image" Target="../media/image59.svg"/><Relationship Id="rId7" Type="http://schemas.openxmlformats.org/officeDocument/2006/relationships/image" Target="../media/image51.svg"/><Relationship Id="rId12" Type="http://schemas.openxmlformats.org/officeDocument/2006/relationships/image" Target="../media/image14.png"/><Relationship Id="rId17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5" Type="http://schemas.openxmlformats.org/officeDocument/2006/relationships/image" Target="../media/image9.svg"/><Relationship Id="rId10" Type="http://schemas.openxmlformats.org/officeDocument/2006/relationships/image" Target="../media/image13.png"/><Relationship Id="rId19" Type="http://schemas.openxmlformats.org/officeDocument/2006/relationships/image" Target="../media/image13.svg"/><Relationship Id="rId4" Type="http://schemas.openxmlformats.org/officeDocument/2006/relationships/image" Target="../media/image10.png"/><Relationship Id="rId9" Type="http://schemas.openxmlformats.org/officeDocument/2006/relationships/image" Target="../media/image53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25.png"/><Relationship Id="rId18" Type="http://schemas.openxmlformats.org/officeDocument/2006/relationships/image" Target="../media/image32.svg"/><Relationship Id="rId3" Type="http://schemas.openxmlformats.org/officeDocument/2006/relationships/image" Target="../media/image61.svg"/><Relationship Id="rId21" Type="http://schemas.openxmlformats.org/officeDocument/2006/relationships/image" Target="../media/image28.png"/><Relationship Id="rId7" Type="http://schemas.openxmlformats.org/officeDocument/2006/relationships/image" Target="../media/image22.png"/><Relationship Id="rId12" Type="http://schemas.openxmlformats.org/officeDocument/2006/relationships/image" Target="../media/image70.svg"/><Relationship Id="rId17" Type="http://schemas.openxmlformats.org/officeDocument/2006/relationships/image" Target="../media/image1.png"/><Relationship Id="rId2" Type="http://schemas.openxmlformats.org/officeDocument/2006/relationships/image" Target="../media/image19.png"/><Relationship Id="rId16" Type="http://schemas.openxmlformats.org/officeDocument/2006/relationships/image" Target="../media/image74.svg"/><Relationship Id="rId20" Type="http://schemas.openxmlformats.org/officeDocument/2006/relationships/image" Target="../media/image7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23" Type="http://schemas.openxmlformats.org/officeDocument/2006/relationships/image" Target="../media/image37.svg"/><Relationship Id="rId10" Type="http://schemas.openxmlformats.org/officeDocument/2006/relationships/image" Target="../media/image68.svg"/><Relationship Id="rId19" Type="http://schemas.openxmlformats.org/officeDocument/2006/relationships/image" Target="../media/image27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Relationship Id="rId14" Type="http://schemas.openxmlformats.org/officeDocument/2006/relationships/image" Target="../media/image72.svg"/><Relationship Id="rId2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13" Type="http://schemas.openxmlformats.org/officeDocument/2006/relationships/image" Target="../media/image32.png"/><Relationship Id="rId18" Type="http://schemas.openxmlformats.org/officeDocument/2006/relationships/image" Target="../media/image89.svg"/><Relationship Id="rId26" Type="http://schemas.openxmlformats.org/officeDocument/2006/relationships/image" Target="../media/image22.png"/><Relationship Id="rId3" Type="http://schemas.openxmlformats.org/officeDocument/2006/relationships/image" Target="../media/image61.svg"/><Relationship Id="rId21" Type="http://schemas.openxmlformats.org/officeDocument/2006/relationships/image" Target="../media/image36.png"/><Relationship Id="rId7" Type="http://schemas.openxmlformats.org/officeDocument/2006/relationships/image" Target="../media/image29.png"/><Relationship Id="rId12" Type="http://schemas.openxmlformats.org/officeDocument/2006/relationships/image" Target="../media/image83.svg"/><Relationship Id="rId17" Type="http://schemas.openxmlformats.org/officeDocument/2006/relationships/image" Target="../media/image34.png"/><Relationship Id="rId25" Type="http://schemas.openxmlformats.org/officeDocument/2006/relationships/image" Target="../media/image37.svg"/><Relationship Id="rId2" Type="http://schemas.openxmlformats.org/officeDocument/2006/relationships/image" Target="../media/image19.png"/><Relationship Id="rId16" Type="http://schemas.openxmlformats.org/officeDocument/2006/relationships/image" Target="../media/image87.svg"/><Relationship Id="rId20" Type="http://schemas.openxmlformats.org/officeDocument/2006/relationships/image" Target="../media/image91.svg"/><Relationship Id="rId29" Type="http://schemas.openxmlformats.org/officeDocument/2006/relationships/image" Target="../media/image9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31.png"/><Relationship Id="rId24" Type="http://schemas.openxmlformats.org/officeDocument/2006/relationships/image" Target="../media/image4.png"/><Relationship Id="rId5" Type="http://schemas.openxmlformats.org/officeDocument/2006/relationships/image" Target="../media/image21.png"/><Relationship Id="rId15" Type="http://schemas.openxmlformats.org/officeDocument/2006/relationships/image" Target="../media/image33.png"/><Relationship Id="rId23" Type="http://schemas.openxmlformats.org/officeDocument/2006/relationships/image" Target="../media/image28.png"/><Relationship Id="rId28" Type="http://schemas.openxmlformats.org/officeDocument/2006/relationships/image" Target="../media/image37.png"/><Relationship Id="rId10" Type="http://schemas.openxmlformats.org/officeDocument/2006/relationships/image" Target="../media/image81.sv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30.png"/><Relationship Id="rId14" Type="http://schemas.openxmlformats.org/officeDocument/2006/relationships/image" Target="../media/image85.svg"/><Relationship Id="rId22" Type="http://schemas.openxmlformats.org/officeDocument/2006/relationships/image" Target="../media/image93.svg"/><Relationship Id="rId27" Type="http://schemas.openxmlformats.org/officeDocument/2006/relationships/image" Target="../media/image6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0.svg"/><Relationship Id="rId3" Type="http://schemas.openxmlformats.org/officeDocument/2006/relationships/image" Target="../media/image61.svg"/><Relationship Id="rId7" Type="http://schemas.openxmlformats.org/officeDocument/2006/relationships/image" Target="../media/image98.svg"/><Relationship Id="rId12" Type="http://schemas.openxmlformats.org/officeDocument/2006/relationships/image" Target="../media/image3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7.svg"/><Relationship Id="rId5" Type="http://schemas.openxmlformats.org/officeDocument/2006/relationships/image" Target="../media/image97.svg"/><Relationship Id="rId15" Type="http://schemas.openxmlformats.org/officeDocument/2006/relationships/image" Target="../media/image102.svg"/><Relationship Id="rId10" Type="http://schemas.openxmlformats.org/officeDocument/2006/relationships/image" Target="../media/image4.png"/><Relationship Id="rId4" Type="http://schemas.openxmlformats.org/officeDocument/2006/relationships/image" Target="../media/image38.png"/><Relationship Id="rId9" Type="http://schemas.openxmlformats.org/officeDocument/2006/relationships/image" Target="../media/image28.pn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13" Type="http://schemas.openxmlformats.org/officeDocument/2006/relationships/image" Target="../media/image43.png"/><Relationship Id="rId3" Type="http://schemas.openxmlformats.org/officeDocument/2006/relationships/image" Target="../media/image61.svg"/><Relationship Id="rId7" Type="http://schemas.openxmlformats.org/officeDocument/2006/relationships/image" Target="../media/image21.png"/><Relationship Id="rId12" Type="http://schemas.openxmlformats.org/officeDocument/2006/relationships/image" Target="../media/image13.svg"/><Relationship Id="rId17" Type="http://schemas.openxmlformats.org/officeDocument/2006/relationships/image" Target="../media/image37.svg"/><Relationship Id="rId2" Type="http://schemas.openxmlformats.org/officeDocument/2006/relationships/image" Target="../media/image19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17.png"/><Relationship Id="rId5" Type="http://schemas.openxmlformats.org/officeDocument/2006/relationships/image" Target="../media/image104.svg"/><Relationship Id="rId15" Type="http://schemas.openxmlformats.org/officeDocument/2006/relationships/image" Target="../media/image28.png"/><Relationship Id="rId10" Type="http://schemas.openxmlformats.org/officeDocument/2006/relationships/image" Target="../media/image107.svg"/><Relationship Id="rId4" Type="http://schemas.openxmlformats.org/officeDocument/2006/relationships/image" Target="../media/image41.png"/><Relationship Id="rId9" Type="http://schemas.openxmlformats.org/officeDocument/2006/relationships/image" Target="../media/image42.png"/><Relationship Id="rId14" Type="http://schemas.openxmlformats.org/officeDocument/2006/relationships/image" Target="../media/image10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12" Type="http://schemas.openxmlformats.org/officeDocument/2006/relationships/image" Target="../media/image4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47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20.pn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12" Type="http://schemas.microsoft.com/office/2007/relationships/diagramDrawing" Target="../diagrams/drawing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28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20.png"/><Relationship Id="rId9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7.svg"/><Relationship Id="rId3" Type="http://schemas.openxmlformats.org/officeDocument/2006/relationships/image" Target="../media/image61.svg"/><Relationship Id="rId7" Type="http://schemas.openxmlformats.org/officeDocument/2006/relationships/image" Target="../media/image122.svg"/><Relationship Id="rId12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28.png"/><Relationship Id="rId5" Type="http://schemas.openxmlformats.org/officeDocument/2006/relationships/image" Target="../media/image120.svg"/><Relationship Id="rId10" Type="http://schemas.openxmlformats.org/officeDocument/2006/relationships/image" Target="../media/image124.svg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xmlns="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xmlns="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○○아카데미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훈련기관명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팀 프로젝트명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xmlns="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xmlns="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xmlns="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xmlns="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xmlns="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xmlns="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xmlns="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xmlns="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xmlns="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xmlns="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어벤져스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○○○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xmlns="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3388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xmlns="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xmlns="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xmlns="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xmlns="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xmlns="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xmlns="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xmlns="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xmlns="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xmlns="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xmlns="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xmlns="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xmlns="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xmlns="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xmlns="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xmlns="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xmlns="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xmlns="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xmlns="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xmlns="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xmlns="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xmlns="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xmlns="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xmlns="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/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xmlns="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xmlns="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xmlns="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xmlns="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xmlns="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xmlns="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xmlns="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xmlns="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xmlns="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xmlns="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xmlns="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xmlns="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xmlns="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xmlns="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xmlns="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xmlns="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/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xmlns="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xmlns="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xmlns="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xmlns="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xmlns="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xmlns="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xmlns="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xmlns="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xmlns="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xmlns="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xmlns="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xmlns="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xmlns="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xmlns="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xmlns="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xmlns="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xmlns="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xmlns="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xmlns="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xmlns="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xmlns="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xmlns="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xmlns="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xmlns="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xmlns="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xmlns="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CB80E50D-4435-40D3-6132-B95A7BAC651C}"/>
              </a:ext>
            </a:extLst>
          </p:cNvPr>
          <p:cNvSpPr txBox="1"/>
          <p:nvPr/>
        </p:nvSpPr>
        <p:spPr>
          <a:xfrm>
            <a:off x="7358069" y="4437112"/>
            <a:ext cx="2122307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목적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진행 일정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구체적인 실행 내역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xmlns="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xmlns="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xmlns="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42980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xmlns="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xmlns="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xmlns="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xmlns="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xmlns="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xmlns="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xmlns="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xmlns="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xmlns="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xmlns="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xmlns="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xmlns="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xmlns="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xmlns="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xmlns="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xmlns="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xmlns="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xmlns="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xmlns="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xmlns="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xmlns="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xmlns="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xmlns="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xmlns="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xmlns="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xmlns="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xmlns="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xmlns="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xmlns="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xmlns="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xmlns="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xmlns="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=""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xmlns="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xmlns="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xmlns="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xmlns="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xmlns="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=""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xmlns="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xmlns="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xmlns="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xmlns="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xmlns="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xmlns="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973"/>
              </p:ext>
            </p:extLst>
          </p:nvPr>
        </p:nvGraphicFramePr>
        <p:xfrm>
          <a:off x="524528" y="2832100"/>
          <a:ext cx="11218265" cy="355728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xmlns="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xmlns="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xmlns="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xmlns="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xmlns="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xmlns="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xmlns="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xmlns="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xmlns="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xmlns="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xmlns="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xmlns="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xmlns="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xmlns="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xmlns="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xmlns="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xmlns="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xmlns="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xmlns="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xmlns="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xmlns="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xmlns="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858457" cy="326913"/>
            <a:chOff x="7383738" y="3841157"/>
            <a:chExt cx="1858457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xmlns="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858457" cy="326913"/>
              <a:chOff x="4665552" y="3307757"/>
              <a:chExt cx="1858457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xmlns="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xmlns="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xmlns="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8" y="3340188"/>
                <a:ext cx="150535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 smtClean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</a:t>
                </a:r>
                <a:r>
                  <a:rPr lang="ko-KR" altLang="en-US" sz="1200" dirty="0" smtClean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xmlns="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xmlns="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xmlns="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xmlns="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xmlns="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xmlns="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xmlns="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xmlns="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xmlns="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xmlns="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xmlns="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xmlns="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xmlns="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xmlns="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xmlns="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xmlns="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xmlns="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xmlns="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xmlns="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xmlns="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xmlns="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xmlns="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xmlns="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xmlns="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xmlns="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xmlns="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xmlns="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xmlns="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xmlns="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xmlns="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xmlns="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xmlns="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xmlns="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xmlns="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xmlns="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과정이 잘 드러날 수 있도록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가공 과정부터 활용까지 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단계별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xmlns="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xmlns="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xmlns="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xmlns="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피드백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그것을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적용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보완 등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xmlns="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결과를 서술하는 과정에서는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활용된 기술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등을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상세히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xmlns="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xmlns="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xmlns="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xmlns="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xmlns="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xmlns="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xmlns="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xmlns="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xmlns="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xmlns="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xmlns="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xmlns="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xmlns="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xmlns="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xmlns="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xmlns="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학습 데이터 소개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(Train/dev set)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탐색적 분석 및 </a:t>
            </a:r>
            <a:r>
              <a:rPr lang="ko-KR" altLang="en-US" sz="1400" b="1" spc="-100" dirty="0" err="1">
                <a:solidFill>
                  <a:schemeClr val="accent1"/>
                </a:solidFill>
                <a:latin typeface="+mn-ea"/>
              </a:rPr>
              <a:t>전처리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xmlns="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Tokenizing : </a:t>
            </a:r>
            <a:r>
              <a:rPr lang="en-US" altLang="ko-KR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Okt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Regular Expression :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불용어가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많아 필수 한글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영어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숫자만 추출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Embedding :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임베딩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(Glove) –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사이 문맥상 유사성 이해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Vocabulary 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xmlns="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LG CNS KORQUAD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질의응답 형식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Context : 10,645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QA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쌍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: 66,181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 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xmlns="" id="{CF7A9261-D168-451B-8DCF-4D83C1C96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60" y="3741700"/>
            <a:ext cx="4110349" cy="2476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xmlns="" id="{6D404287-8078-4842-B0B0-2FE3782BD0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8159" y="3767684"/>
            <a:ext cx="2045691" cy="2318448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xmlns="" id="{913155D6-82A4-4267-9537-3BFA351FF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xmlns="" id="{6CB52E87-B98A-4160-86DD-213E8BA571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014" y="4560935"/>
            <a:ext cx="1816710" cy="200712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xmlns="" id="{F45D3DA0-7C02-4741-82BA-4B5B4BF9E0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4533" y="4182580"/>
            <a:ext cx="2173901" cy="16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LSTM(Long short-term memory)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개요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5" name="TextBox 1">
            <a:extLst>
              <a:ext uri="{FF2B5EF4-FFF2-40B4-BE49-F238E27FC236}">
                <a16:creationId xmlns:a16="http://schemas.microsoft.com/office/drawing/2014/main" xmlns="" id="{31AB7C40-6529-4100-A8D7-847A66DFB74A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피드백 루프를 순환하면서 주어진 입력에 관한 신경망 출력을 방지하기 위해 고안된 순환 신경망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(RNN: Recurrent Neural Network) </a:t>
            </a:r>
          </a:p>
        </p:txBody>
      </p:sp>
      <p:graphicFrame>
        <p:nvGraphicFramePr>
          <p:cNvPr id="26" name="다이어그램 25">
            <a:extLst>
              <a:ext uri="{FF2B5EF4-FFF2-40B4-BE49-F238E27FC236}">
                <a16:creationId xmlns:a16="http://schemas.microsoft.com/office/drawing/2014/main" xmlns="" id="{C91597F8-263D-44EE-B1F6-802F20468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794650"/>
              </p:ext>
            </p:extLst>
          </p:nvPr>
        </p:nvGraphicFramePr>
        <p:xfrm>
          <a:off x="2629468" y="2910825"/>
          <a:ext cx="6552728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선정 및 분석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0" name="Picture 2" descr="https://i.imgur.com/NV7jQ0X.png">
            <a:extLst>
              <a:ext uri="{FF2B5EF4-FFF2-40B4-BE49-F238E27FC236}">
                <a16:creationId xmlns:a16="http://schemas.microsoft.com/office/drawing/2014/main" xmlns="" id="{40AE1313-B21E-4797-B580-D82F3ED95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6" y="3140968"/>
            <a:ext cx="4957365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xmlns="" id="{7D8C36C1-AB7E-479F-9283-8BEEF5D1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xmlns="" id="{003AD388-3AE0-46FA-BDB3-497A6FB3E7CB}"/>
              </a:ext>
            </a:extLst>
          </p:cNvPr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2Layer LSTM :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문단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질문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코사인 유사도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문서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</a:t>
            </a:r>
            <a:endParaRPr lang="ko-KR" altLang="en-US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④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평가 및 개선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xmlns="" id="{5648E92E-01A1-4DED-9BE0-D0642559F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xmlns="" id="{378A6B5B-C0C5-46AE-AAFE-210FADFD4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xmlns="" id="{248D3890-72E2-45B1-AACB-04DA448EE1C7}"/>
              </a:ext>
            </a:extLst>
          </p:cNvPr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3Layer LSTM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으로 변경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옵티마이저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조정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: Adam -&gt;‘</a:t>
            </a:r>
            <a:r>
              <a:rPr lang="en-US" altLang="ko-KR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rmsprop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’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로 변경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      &gt;&gt;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학습속도 및 유사도 개선</a:t>
            </a:r>
          </a:p>
        </p:txBody>
      </p:sp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xmlns="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훈련생 발표 영상이 아닌 세부 기능 소개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화면 구동 및 기능 동작 여부 시연영상으로 제작한다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xmlns="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xmlns="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xmlns="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xmlns="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xmlns="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xmlns="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xmlns="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xmlns="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xmlns="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xmlns="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xmlns="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xmlns="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xmlns="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xmlns="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xmlns="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xmlns="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xmlns="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xmlns="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xmlns="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xmlns="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xmlns="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xmlns="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xmlns="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xmlns="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xmlns="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xmlns="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xmlns="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xmlns="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xmlns="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xmlns="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xmlns="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xmlns="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xmlns="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xmlns="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xmlns="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xmlns="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xmlns="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xmlns="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 소개 음성 포함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파일형태로 제출 가능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xmlns="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xmlns="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xmlns="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xmlns="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xmlns="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xmlns="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xmlns="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xmlns="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xmlns="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xmlns="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xmlns="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xmlns="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xmlns="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xmlns="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xmlns="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xmlns="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763</Words>
  <Application>Microsoft Office PowerPoint</Application>
  <PresentationFormat>와이드스크린</PresentationFormat>
  <Paragraphs>172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Pretendard SemiBold</vt:lpstr>
      <vt:lpstr>맑은 고딕</vt:lpstr>
      <vt:lpstr>맑은 고딕 Semilight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Megazone</cp:lastModifiedBy>
  <cp:revision>22</cp:revision>
  <dcterms:created xsi:type="dcterms:W3CDTF">2023-12-20T03:00:25Z</dcterms:created>
  <dcterms:modified xsi:type="dcterms:W3CDTF">2026-03-10T00:16:06Z</dcterms:modified>
</cp:coreProperties>
</file>