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37" r:id="rId8"/>
    <p:sldId id="338" r:id="rId9"/>
    <p:sldId id="339" r:id="rId10"/>
    <p:sldId id="340" r:id="rId11"/>
    <p:sldId id="335" r:id="rId12"/>
    <p:sldId id="30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113" d="100"/>
          <a:sy n="113" d="100"/>
        </p:scale>
        <p:origin x="510" y="84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7.png"/><Relationship Id="rId18" Type="http://schemas.openxmlformats.org/officeDocument/2006/relationships/image" Target="../media/image47.svg"/><Relationship Id="rId3" Type="http://schemas.openxmlformats.org/officeDocument/2006/relationships/image" Target="../media/image32.svg"/><Relationship Id="rId7" Type="http://schemas.openxmlformats.org/officeDocument/2006/relationships/image" Target="../media/image4.png"/><Relationship Id="rId12" Type="http://schemas.openxmlformats.org/officeDocument/2006/relationships/image" Target="../media/image41.sv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34.svg"/><Relationship Id="rId1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4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7.svg"/><Relationship Id="rId18" Type="http://schemas.openxmlformats.org/officeDocument/2006/relationships/image" Target="../media/image17.png"/><Relationship Id="rId3" Type="http://schemas.openxmlformats.org/officeDocument/2006/relationships/image" Target="../media/image32.svg"/><Relationship Id="rId21" Type="http://schemas.openxmlformats.org/officeDocument/2006/relationships/image" Target="../media/image59.svg"/><Relationship Id="rId7" Type="http://schemas.openxmlformats.org/officeDocument/2006/relationships/image" Target="../media/image51.svg"/><Relationship Id="rId12" Type="http://schemas.openxmlformats.org/officeDocument/2006/relationships/image" Target="../media/image14.png"/><Relationship Id="rId17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9.svg"/><Relationship Id="rId10" Type="http://schemas.openxmlformats.org/officeDocument/2006/relationships/image" Target="../media/image13.png"/><Relationship Id="rId19" Type="http://schemas.openxmlformats.org/officeDocument/2006/relationships/image" Target="../media/image13.svg"/><Relationship Id="rId4" Type="http://schemas.openxmlformats.org/officeDocument/2006/relationships/image" Target="../media/image10.png"/><Relationship Id="rId9" Type="http://schemas.openxmlformats.org/officeDocument/2006/relationships/image" Target="../media/image53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25.png"/><Relationship Id="rId18" Type="http://schemas.openxmlformats.org/officeDocument/2006/relationships/image" Target="../media/image32.svg"/><Relationship Id="rId3" Type="http://schemas.openxmlformats.org/officeDocument/2006/relationships/image" Target="../media/image61.svg"/><Relationship Id="rId21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70.svg"/><Relationship Id="rId17" Type="http://schemas.openxmlformats.org/officeDocument/2006/relationships/image" Target="../media/image1.png"/><Relationship Id="rId2" Type="http://schemas.openxmlformats.org/officeDocument/2006/relationships/image" Target="../media/image19.png"/><Relationship Id="rId16" Type="http://schemas.openxmlformats.org/officeDocument/2006/relationships/image" Target="../media/image74.svg"/><Relationship Id="rId20" Type="http://schemas.openxmlformats.org/officeDocument/2006/relationships/image" Target="../media/image7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7.svg"/><Relationship Id="rId10" Type="http://schemas.openxmlformats.org/officeDocument/2006/relationships/image" Target="../media/image68.svg"/><Relationship Id="rId19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14" Type="http://schemas.openxmlformats.org/officeDocument/2006/relationships/image" Target="../media/image72.svg"/><Relationship Id="rId2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32.png"/><Relationship Id="rId18" Type="http://schemas.openxmlformats.org/officeDocument/2006/relationships/image" Target="../media/image89.svg"/><Relationship Id="rId26" Type="http://schemas.openxmlformats.org/officeDocument/2006/relationships/image" Target="../media/image22.png"/><Relationship Id="rId3" Type="http://schemas.openxmlformats.org/officeDocument/2006/relationships/image" Target="../media/image61.sv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image" Target="../media/image83.svg"/><Relationship Id="rId17" Type="http://schemas.openxmlformats.org/officeDocument/2006/relationships/image" Target="../media/image34.png"/><Relationship Id="rId25" Type="http://schemas.openxmlformats.org/officeDocument/2006/relationships/image" Target="../media/image37.svg"/><Relationship Id="rId2" Type="http://schemas.openxmlformats.org/officeDocument/2006/relationships/image" Target="../media/image19.png"/><Relationship Id="rId16" Type="http://schemas.openxmlformats.org/officeDocument/2006/relationships/image" Target="../media/image87.svg"/><Relationship Id="rId20" Type="http://schemas.openxmlformats.org/officeDocument/2006/relationships/image" Target="../media/image91.svg"/><Relationship Id="rId29" Type="http://schemas.openxmlformats.org/officeDocument/2006/relationships/image" Target="../media/image9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31.png"/><Relationship Id="rId24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33.png"/><Relationship Id="rId23" Type="http://schemas.openxmlformats.org/officeDocument/2006/relationships/image" Target="../media/image28.png"/><Relationship Id="rId28" Type="http://schemas.openxmlformats.org/officeDocument/2006/relationships/image" Target="../media/image37.png"/><Relationship Id="rId10" Type="http://schemas.openxmlformats.org/officeDocument/2006/relationships/image" Target="../media/image81.sv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14" Type="http://schemas.openxmlformats.org/officeDocument/2006/relationships/image" Target="../media/image85.svg"/><Relationship Id="rId22" Type="http://schemas.openxmlformats.org/officeDocument/2006/relationships/image" Target="../media/image93.svg"/><Relationship Id="rId27" Type="http://schemas.openxmlformats.org/officeDocument/2006/relationships/image" Target="../media/image6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0.svg"/><Relationship Id="rId3" Type="http://schemas.openxmlformats.org/officeDocument/2006/relationships/image" Target="../media/image61.svg"/><Relationship Id="rId7" Type="http://schemas.openxmlformats.org/officeDocument/2006/relationships/image" Target="../media/image98.svg"/><Relationship Id="rId12" Type="http://schemas.openxmlformats.org/officeDocument/2006/relationships/image" Target="../media/image3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7.svg"/><Relationship Id="rId5" Type="http://schemas.openxmlformats.org/officeDocument/2006/relationships/image" Target="../media/image97.svg"/><Relationship Id="rId15" Type="http://schemas.openxmlformats.org/officeDocument/2006/relationships/image" Target="../media/image102.svg"/><Relationship Id="rId10" Type="http://schemas.openxmlformats.org/officeDocument/2006/relationships/image" Target="../media/image4.png"/><Relationship Id="rId4" Type="http://schemas.openxmlformats.org/officeDocument/2006/relationships/image" Target="../media/image38.png"/><Relationship Id="rId9" Type="http://schemas.openxmlformats.org/officeDocument/2006/relationships/image" Target="../media/image28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13" Type="http://schemas.openxmlformats.org/officeDocument/2006/relationships/image" Target="../media/image43.png"/><Relationship Id="rId3" Type="http://schemas.openxmlformats.org/officeDocument/2006/relationships/image" Target="../media/image61.svg"/><Relationship Id="rId7" Type="http://schemas.openxmlformats.org/officeDocument/2006/relationships/image" Target="../media/image21.png"/><Relationship Id="rId12" Type="http://schemas.openxmlformats.org/officeDocument/2006/relationships/image" Target="../media/image13.svg"/><Relationship Id="rId17" Type="http://schemas.openxmlformats.org/officeDocument/2006/relationships/image" Target="../media/image37.svg"/><Relationship Id="rId2" Type="http://schemas.openxmlformats.org/officeDocument/2006/relationships/image" Target="../media/image19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17.png"/><Relationship Id="rId5" Type="http://schemas.openxmlformats.org/officeDocument/2006/relationships/image" Target="../media/image104.svg"/><Relationship Id="rId15" Type="http://schemas.openxmlformats.org/officeDocument/2006/relationships/image" Target="../media/image28.png"/><Relationship Id="rId10" Type="http://schemas.openxmlformats.org/officeDocument/2006/relationships/image" Target="../media/image107.sv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14" Type="http://schemas.openxmlformats.org/officeDocument/2006/relationships/image" Target="../media/image10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openxmlformats.org/officeDocument/2006/relationships/image" Target="../media/image4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47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2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microsoft.com/office/2007/relationships/diagramDrawing" Target="../diagrams/drawin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28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20.png"/><Relationship Id="rId9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7.svg"/><Relationship Id="rId3" Type="http://schemas.openxmlformats.org/officeDocument/2006/relationships/image" Target="../media/image61.svg"/><Relationship Id="rId7" Type="http://schemas.openxmlformats.org/officeDocument/2006/relationships/image" Target="../media/image122.svg"/><Relationship Id="rId12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28.png"/><Relationship Id="rId5" Type="http://schemas.openxmlformats.org/officeDocument/2006/relationships/image" Target="../media/image120.svg"/><Relationship Id="rId10" Type="http://schemas.openxmlformats.org/officeDocument/2006/relationships/image" Target="../media/image124.sv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xmlns="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xmlns="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xmlns="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xmlns="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xmlns="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xmlns="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xmlns="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xmlns="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xmlns="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xmlns="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xmlns="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xmlns="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xmlns="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xmlns="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xmlns="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xmlns="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xmlns="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xmlns="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xmlns="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xmlns="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xmlns="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xmlns="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xmlns="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xmlns="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xmlns="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xmlns="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xmlns="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xmlns="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xmlns="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xmlns="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xmlns="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xmlns="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xmlns="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xmlns="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xmlns="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xmlns="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xmlns="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xmlns="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xmlns="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xmlns="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xmlns="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xmlns="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xmlns="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xmlns="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xmlns="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xmlns="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xmlns="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xmlns="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xmlns="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xmlns="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xmlns="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xmlns="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xmlns="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xmlns="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xmlns="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xmlns="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xmlns="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xmlns="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xmlns="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xmlns="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xmlns="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xmlns="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xmlns="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xmlns="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xmlns="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xmlns="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xmlns="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xmlns="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xmlns="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xmlns="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xmlns="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xmlns="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xmlns="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xmlns="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xmlns="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xmlns="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xmlns="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xmlns="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xmlns="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xmlns="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xmlns="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xmlns="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xmlns="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xmlns="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xmlns="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xmlns="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xmlns="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xmlns="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xmlns="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xmlns="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xmlns="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xmlns="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xmlns="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xmlns="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xmlns="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xmlns="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xmlns="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xmlns="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xmlns="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xmlns="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xmlns="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xmlns="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xmlns="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xmlns="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xmlns="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xmlns="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xmlns="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xmlns="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xmlns="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xmlns="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728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xmlns="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xmlns="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xmlns="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xmlns="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xmlns="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xmlns="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xmlns="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xmlns="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xmlns="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xmlns="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xmlns="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xmlns="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xmlns="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="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xmlns="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xmlns="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xmlns="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xmlns="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xmlns="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xmlns="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xmlns="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xmlns="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xmlns="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xmlns="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 smtClean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 smtClean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xmlns="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xmlns="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xmlns="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xmlns="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xmlns="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xmlns="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xmlns="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xmlns="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xmlns="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xmlns="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xmlns="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xmlns="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xmlns="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xmlns="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xmlns="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xmlns="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xmlns="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xmlns="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xmlns="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xmlns="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xmlns="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xmlns="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xmlns="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xmlns="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xmlns="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xmlns="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xmlns="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xmlns="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xmlns="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xmlns="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xmlns="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xmlns="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xmlns="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xmlns="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xmlns="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xmlns="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xmlns="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xmlns="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xmlns="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xmlns="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xmlns="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xmlns="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xmlns="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xmlns="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xmlns="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xmlns="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xmlns="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xmlns="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xmlns="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xmlns="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xmlns="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xmlns="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xmlns="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xmlns="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xmlns="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xmlns="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xmlns="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xmlns="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xmlns="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xmlns="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xmlns="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xmlns="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xmlns="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xmlns="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xmlns="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xmlns="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xmlns="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xmlns="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xmlns="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xmlns="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xmlns="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xmlns="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xmlns="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xmlns="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xmlns="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xmlns="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xmlns="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xmlns="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xmlns="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xmlns="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xmlns="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xmlns="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xmlns="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xmlns="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xmlns="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xmlns="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xmlns="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xmlns="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xmlns="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xmlns="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xmlns="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xmlns="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xmlns="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xmlns="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xmlns="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xmlns="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xmlns="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xmlns="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xmlns="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xmlns="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xmlns="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xmlns="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xmlns="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xmlns="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xmlns="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xmlns="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xmlns="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xmlns="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xmlns="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xmlns="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xmlns="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763</Words>
  <Application>Microsoft Office PowerPoint</Application>
  <PresentationFormat>와이드스크린</PresentationFormat>
  <Paragraphs>172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SemiBold</vt:lpstr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Megazone</cp:lastModifiedBy>
  <cp:revision>22</cp:revision>
  <dcterms:created xsi:type="dcterms:W3CDTF">2023-12-20T03:00:25Z</dcterms:created>
  <dcterms:modified xsi:type="dcterms:W3CDTF">2026-05-07T03:02:55Z</dcterms:modified>
</cp:coreProperties>
</file>